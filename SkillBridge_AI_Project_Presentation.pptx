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SKILLBRIDGE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DDE8FF"/>
                </a:solidFill>
                <a:latin typeface="Aptos"/>
              </a:rPr>
              <a:t>Smart Career &amp; Skill 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AI/ML Internship Project • IBM BOB Masterclass 1 candidate</a:t>
            </a:r>
          </a:p>
        </p:txBody>
      </p:sp>
      <p:pic>
        <p:nvPicPr>
          <p:cNvPr id="6" name="Picture 5" descr="skillbridge_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49039"/>
            <a:ext cx="5029200" cy="349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6634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Prepared by: [Your Name]</a:t>
            </a:r>
          </a:p>
          <a:p>
            <a:r>
              <a:rPr sz="1600" b="0">
                <a:solidFill>
                  <a:srgbClr val="FFFFFF"/>
                </a:solidFill>
                <a:latin typeface="Aptos"/>
              </a:rPr>
              <a:t>Institute: [Your Institute]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Students may struggle to connect current skills with suitable career paths.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Career information is scattered, and skill priorities are not always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A lightweight tool can compare a skill profile with sample role requirements and explain the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Build a clean, interactive web dashboard for student career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Use TF-IDF and cosine similarity to compare skills with career profiles.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Show matched skills, missing skills, and practical learning suggestions.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Allow users to export ranked recommendations as a CSV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User selects current skills, education, and areas of interest.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The model vectorizes career profiles and the selected skill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Cosine similarity and skill coverage contribute to a transparent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The dashboard presents recommendations and a short learning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Language: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UI: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Data handling: 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Machine learning: scikit-learn TF-IDF vectorizer and cosine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274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72744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Output: interactive dashboard and downloadable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From student profile to career suggestions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5ED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788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2B4A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Selected skills and interests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3784" y="210312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5ED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2788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2B4A"/>
                </a:solidFill>
                <a:latin typeface="Aptos"/>
              </a:rP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Convert role text to vectors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4648" y="210312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5ED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788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2B4A"/>
                </a:solidFill>
                <a:latin typeface="Aptos"/>
              </a:rPr>
              <a:t>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Compare vectors with cosine similarity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210312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5ED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2788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2B4A"/>
                </a:solidFill>
                <a:latin typeface="Aptos"/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Combine similarity + skill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66376" y="210312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0968" y="2331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75ED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0968" y="27889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2B4A"/>
                </a:solidFill>
                <a:latin typeface="Aptos"/>
              </a:rPr>
              <a:t>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Show gaps and learning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Career-match cards with relative scores and progress bars.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Skill overlap and missing-skill lists for each suggested 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Personalized starter roadmap for the highest-ranked 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Career report export to CSV; no paid API key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User Interface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8758D"/>
                </a:solidFill>
                <a:latin typeface="Aptos"/>
              </a:rPr>
              <a:t>Design preview of the SkillBridge AI dashboard</a:t>
            </a:r>
          </a:p>
        </p:txBody>
      </p:sp>
      <p:pic>
        <p:nvPicPr>
          <p:cNvPr id="5" name="Picture 4" descr="skillbridge_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774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Test an AI/data-focused profile (Python, SQL, statistics).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Test a web-focused profile (HTML, CSS, JavaScript).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Test a design-focused profile (Figma, user research).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Verify ranking, skill gaps, roadmap, and CSV download.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274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72744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No accuracy claims are made until a labeled benchmark is created.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Limitations &amp;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The built-in career catalog is small and illustrative, not live labor-market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Skills are self-reported and are not independently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A match score is not a hiring probability or a guarantee of employment.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Users should verify role requirements and discuss plans with mentors.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Expand the role catalog with current, validated skill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Add optional resume parsing with clear user consent.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Measure ranking relevance with expert-labeled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Add multilingual support, accessibility improvements, and project suggestions.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SkillBridge AI demonstrates a complete, explainable AI/ML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It connects self-reported skills to ranked sample career paths.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It turns missing skills into actionable learning suggestions.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227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5E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2277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B4A"/>
                </a:solidFill>
                <a:latin typeface="Aptos"/>
              </a:rPr>
              <a:t>The prototype is a starting point for a stronger, validated career guidance tool.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B8F"/>
                </a:solidFill>
                <a:latin typeface="Aptos"/>
              </a:rPr>
              <a:t>References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C2B4A"/>
                </a:solidFill>
                <a:latin typeface="Aptos"/>
              </a:rPr>
              <a:t>•  Scikit-learn: https://scikit-learn.org/stable/modules/feature_extraction.html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C2B4A"/>
                </a:solidFill>
                <a:latin typeface="Aptos"/>
              </a:rPr>
              <a:t>•  Scikit-learn metrics: https://scikit-learn.org/stable/modules/metrics.html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C2B4A"/>
                </a:solidFill>
                <a:latin typeface="Aptos"/>
              </a:rPr>
              <a:t>•  Streamlit: https://docs.streamlit.io/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C2B4A"/>
                </a:solidFill>
                <a:latin typeface="Aptos"/>
              </a:rPr>
              <a:t>•  Pandas: https://pandas.pydata.org/docs/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C2B4A"/>
                </a:solidFill>
                <a:latin typeface="Aptos"/>
              </a:rPr>
              <a:t>•  Live demo: run `streamlit run app.py`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75EDC"/>
                </a:solidFill>
                <a:latin typeface="Aptos"/>
              </a:rPr>
              <a:t>Before submission, replace the placeholders with your details and verify the required IBM BOB form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